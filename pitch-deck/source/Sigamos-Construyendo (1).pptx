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Lora"/>
      <p:regular r:id="rId14"/>
    </p:embeddedFont>
    <p:embeddedFont>
      <p:font typeface="Lora Bold"/>
      <p:regular r:id="rId15"/>
    </p:embeddedFont>
    <p:embeddedFont>
      <p:font typeface="Source Sans 3"/>
      <p:regular r:id="rId16"/>
    </p:embeddedFont>
    <p:embeddedFont>
      <p:font typeface="Source Sans 3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0658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C10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GHM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406426"/>
            <a:ext cx="3926904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Germán Hernández Mairal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52577" y="1982837"/>
            <a:ext cx="4667845" cy="121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dirty="0">
                <a:solidFill>
                  <a:srgbClr val="FFC10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Sigamos Construyendo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176936" y="3589883"/>
            <a:ext cx="444348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¿Cuántos desarrolladores con talento nunca consiguen su primer trabajo?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52577" y="3421633"/>
            <a:ext cx="19050" cy="815280"/>
          </a:xfrm>
          <a:prstGeom prst="rect">
            <a:avLst/>
          </a:prstGeom>
          <a:solidFill>
            <a:srgbClr val="F98AC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281" y="432718"/>
            <a:ext cx="4700439" cy="1278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primer empleo como desarrollador es más difícil de lo que parece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07281" y="1994446"/>
            <a:ext cx="2262485" cy="47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FFC10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70%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85961" y="2650406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Junior devs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7281" y="2947690"/>
            <a:ext cx="226248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 empleo 6 meses tras formarse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45234" y="1994446"/>
            <a:ext cx="2262485" cy="47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FFC10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150+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3223915" y="2650406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Candidaturas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45234" y="2947690"/>
            <a:ext cx="226248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oferta de empleo junior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26257" y="3529161"/>
            <a:ext cx="2262485" cy="47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750" dirty="0">
                <a:solidFill>
                  <a:srgbClr val="FFC10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2004938" y="4185121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Meses de media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26257" y="4482405"/>
            <a:ext cx="226248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conseguir el primer trabajo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55476"/>
            <a:ext cx="544562" cy="197941"/>
          </a:xfrm>
          <a:prstGeom prst="roundRect">
            <a:avLst>
              <a:gd name="adj" fmla="val 6944"/>
            </a:avLst>
          </a:prstGeom>
          <a:solidFill>
            <a:srgbClr val="FDCEE8"/>
          </a:solidFill>
          <a:ln/>
        </p:spPr>
      </p:sp>
      <p:sp>
        <p:nvSpPr>
          <p:cNvPr id="3" name="Text 1"/>
          <p:cNvSpPr/>
          <p:nvPr/>
        </p:nvSpPr>
        <p:spPr>
          <a:xfrm>
            <a:off x="921246" y="389781"/>
            <a:ext cx="864394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88466"/>
            <a:ext cx="7438802" cy="67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Ayudo a programadores a conseguir su primer trabajo en el sector tecnológico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62" y="1492300"/>
            <a:ext cx="4737422" cy="2684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74097" y="2128242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Cómo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4097" y="2384301"/>
            <a:ext cx="2421954" cy="354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Contenido orgánico + comunidad privada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Metodología práctica y cercana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74097" y="2826023"/>
            <a:ext cx="180476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Qué desarrollamos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74097" y="3082082"/>
            <a:ext cx="2421954" cy="515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b="1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Hábitos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saludables y relacionales</a:t>
            </a:r>
            <a:endParaRPr lang="en-US" sz="900" dirty="0"/>
          </a:p>
          <a:p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b="1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Habilidades</a:t>
            </a:r>
            <a:pPr algn="l"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software, marca personal, inglés, aprendizaje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52562" y="4373984"/>
            <a:ext cx="7438802" cy="414040"/>
          </a:xfrm>
          <a:prstGeom prst="roundRect">
            <a:avLst>
              <a:gd name="adj" fmla="val 4150"/>
            </a:avLst>
          </a:prstGeom>
          <a:solidFill>
            <a:srgbClr val="FBB6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85" y="4531147"/>
            <a:ext cx="143173" cy="11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4781" y="4490219"/>
            <a:ext cx="7409259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 creador a comunidad</a:t>
            </a:r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cercano, práctico y auténtico.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56530"/>
            <a:ext cx="752475" cy="281136"/>
          </a:xfrm>
          <a:prstGeom prst="roundRect">
            <a:avLst>
              <a:gd name="adj" fmla="val 6386"/>
            </a:avLst>
          </a:prstGeom>
          <a:solidFill>
            <a:srgbClr val="FDCEE8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01402"/>
            <a:ext cx="1030188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797496"/>
            <a:ext cx="475208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Así funciona en la práctica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30114"/>
            <a:ext cx="5135166" cy="2888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8432" y="1872258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Canal de YouTube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8432" y="2241798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Contenido educacional e inspiracional para programadores junior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28432" y="2855193"/>
            <a:ext cx="2596679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Tutoriales prácticos de desarrollo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Consejos de carrera y marca personal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Historias reales de la industria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28432" y="3812604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3.800+ suscriptores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308.799+ visualizaciones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0757" y="342007"/>
            <a:ext cx="554980" cy="208508"/>
          </a:xfrm>
          <a:prstGeom prst="roundRect">
            <a:avLst>
              <a:gd name="adj" fmla="val 6861"/>
            </a:avLst>
          </a:prstGeom>
          <a:solidFill>
            <a:srgbClr val="FDCEE8"/>
          </a:solidFill>
          <a:ln/>
        </p:spPr>
      </p:sp>
      <p:sp>
        <p:nvSpPr>
          <p:cNvPr id="3" name="Text 1"/>
          <p:cNvSpPr/>
          <p:nvPr/>
        </p:nvSpPr>
        <p:spPr>
          <a:xfrm>
            <a:off x="772269" y="377726"/>
            <a:ext cx="86915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TRACCIÓN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00757" y="588466"/>
            <a:ext cx="541674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Prueba de concepto: resultados reales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0757" y="1141214"/>
            <a:ext cx="3811860" cy="39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3.87K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1905372" y="166546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Suscriptores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0757" y="1897782"/>
            <a:ext cx="381186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crecimiento orgánico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31308" y="1141214"/>
            <a:ext cx="3811860" cy="39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308K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5835923" y="1665461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Visualizaciones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31308" y="1897782"/>
            <a:ext cx="381186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acumuladas totales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0757" y="2318668"/>
            <a:ext cx="3811860" cy="39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9K</a:t>
            </a:r>
            <a:endParaRPr lang="en-US" sz="3050" dirty="0"/>
          </a:p>
        </p:txBody>
      </p:sp>
      <p:sp>
        <p:nvSpPr>
          <p:cNvPr id="12" name="Text 10"/>
          <p:cNvSpPr/>
          <p:nvPr/>
        </p:nvSpPr>
        <p:spPr>
          <a:xfrm>
            <a:off x="1905372" y="2842915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Horas de watch 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0757" y="3075236"/>
            <a:ext cx="381186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audiencia comprometida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1308" y="2318668"/>
            <a:ext cx="3811860" cy="39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3.5M</a:t>
            </a:r>
            <a:endParaRPr lang="en-US" sz="3050" dirty="0"/>
          </a:p>
        </p:txBody>
      </p:sp>
      <p:sp>
        <p:nvSpPr>
          <p:cNvPr id="15" name="Text 13"/>
          <p:cNvSpPr/>
          <p:nvPr/>
        </p:nvSpPr>
        <p:spPr>
          <a:xfrm>
            <a:off x="5835923" y="2842915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Impresiones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1308" y="3075236"/>
            <a:ext cx="3811860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alcance total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0757" y="3389040"/>
            <a:ext cx="191020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Proyección a 3–5 años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3706862"/>
            <a:ext cx="2580754" cy="47684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9969" y="4278660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Año 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9969" y="4510980"/>
            <a:ext cx="234233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Comunidad · 10K subs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511" y="3706862"/>
            <a:ext cx="2580829" cy="47684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00723" y="4278660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Años 2–3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00723" y="4510980"/>
            <a:ext cx="234240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Productos digitales · ingresos recurrentes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40" y="3706862"/>
            <a:ext cx="2580829" cy="47684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981551" y="4278660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Años 4–5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981551" y="4510980"/>
            <a:ext cx="234240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Plataforma propia · escala global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1020961"/>
            <a:ext cx="1274638" cy="281136"/>
          </a:xfrm>
          <a:prstGeom prst="roundRect">
            <a:avLst>
              <a:gd name="adj" fmla="val 6386"/>
            </a:avLst>
          </a:prstGeom>
          <a:solidFill>
            <a:srgbClr val="FDCEE8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1065833"/>
            <a:ext cx="155235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 DE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361926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Tres fuentes de ingresos, un mercado en crecimiento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23577" y="2466305"/>
            <a:ext cx="2599209" cy="1656159"/>
          </a:xfrm>
          <a:prstGeom prst="roundRect">
            <a:avLst>
              <a:gd name="adj" fmla="val 1355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673150" y="261587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Ingresos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3150" y="2925589"/>
            <a:ext cx="2300064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Marketing de afiliados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Patrocinios de marca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Productos digitales propios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2466305"/>
            <a:ext cx="2599209" cy="1656159"/>
          </a:xfrm>
          <a:prstGeom prst="roundRect">
            <a:avLst>
              <a:gd name="adj" fmla="val 1355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421931" y="261587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Mercado objetivo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1931" y="2925589"/>
            <a:ext cx="2300064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Autodidactas y bootcamp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20–35 años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Primer empleo tech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1139" y="2466305"/>
            <a:ext cx="2599283" cy="1656159"/>
          </a:xfrm>
          <a:prstGeom prst="roundRect">
            <a:avLst>
              <a:gd name="adj" fmla="val 1355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0712" y="261587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336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Competencia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0712" y="2925589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Programador X · El Rincón del DEV · Alpaca Tech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0712" y="3494112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GHM combina hábitos, habilidades y comunidad.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28117"/>
            <a:ext cx="4667845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Cada programador que ayudo es uno más que construye el futuro tecnológico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512516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3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Misión: reducir la brecha entre formación y primer empleo tech en España y Latinoamérica.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159547"/>
            <a:ext cx="4667845" cy="635719"/>
          </a:xfrm>
          <a:prstGeom prst="roundRect">
            <a:avLst>
              <a:gd name="adj" fmla="val 3530"/>
            </a:avLst>
          </a:prstGeom>
          <a:solidFill>
            <a:srgbClr val="F9D93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50" y="3377505"/>
            <a:ext cx="187003" cy="149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9724" y="3346475"/>
            <a:ext cx="4489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33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¿Te sumas a construir esto con nosotros?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23577" y="3963516"/>
            <a:ext cx="4667845" cy="651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📧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3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gerhm19@gmail.com ·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📺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F3F4F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YouTube: @germanhernandezmairal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FFC10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Sigamos Construyendo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2026-05-28T18:50:08Z</dcterms:created>
  <dcterms:modified xsi:type="dcterms:W3CDTF">2026-05-28T18:50:08Z</dcterms:modified>
</cp:coreProperties>
</file>